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/>
          </p:nvPr>
        </p:nvSpPr>
        <p:spPr/>
        <p:txBody>
          <a:bodyPr/>
          <a:lstStyle/>
          <a:p>
            <a:r>
              <a:rPr lang="ru-RU"/>
              <a:t>Начать с вопроса: кто из вас вырос в городе?</a:t>
            </a:r>
          </a:p>
        </p:txBody>
      </p:sp>
      <p:sp>
        <p:nvSpPr>
          <p:cNvPr id="3" name="Slide Number"/>
          <p:cNvSpPr/>
          <p:nvPr>
            <p:ph type="sldNum"/>
          </p:nvPr>
        </p:nvSpPr>
        <p:spPr/>
        <p:txBody>
          <a:bodyPr/>
          <a:lstStyle/>
          <a:p>
            <a:r>
              <a:rPr lang="ru-RU"/>
              <a:t>1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/>
          <a:lstStyle/>
          <a:p>
            <a:r>
              <a:rPr lang="ru-RU"/>
              <a:t>Социология города</a:t>
            </a:r>
          </a:p>
        </p:txBody>
      </p:sp>
      <p:sp>
        <p:nvSpPr>
          <p:cNvPr id="3" name="Subtitle 2"/>
          <p:cNvSpPr/>
          <p:nvPr>
            <p:ph type="subTitle"/>
          </p:nvPr>
        </p:nvSpPr>
        <p:spPr/>
        <p:txBody>
          <a:bodyPr/>
          <a:lstStyle/>
          <a:p>
            <a:r>
              <a:rPr lang="ru-RU"/>
              <a:t>Лекция 3: Чикагская школа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ru-RU"/>
              <a:t>Концентрические зоны Берджесса</a:t>
            </a:r>
          </a:p>
        </p:txBody>
      </p:sp>
      <p:sp>
        <p:nvSpPr>
          <p:cNvPr id="3" name="Content 2"/>
          <p:cNvSpPr/>
          <p:nvPr>
            <p:ph type="body"/>
          </p:nvPr>
        </p:nvSpPr>
        <p:spPr/>
        <p:txBody>
          <a:bodyPr/>
          <a:lstStyle/>
          <a:p>
            <a:r>
              <a:rPr lang="ru-RU"/>
              <a:t>Центральный деловой район</a:t>
            </a:r>
          </a:p>
          <a:p>
            <a:r>
              <a:rPr lang="ru-RU"/>
              <a:t>Переходная зона</a:t>
            </a:r>
          </a:p>
          <a:p>
            <a:r>
              <a:rPr lang="ru-RU"/>
              <a:t>Зона рабочих кварталов</a:t>
            </a:r>
          </a:p>
          <a:p>
            <a:r>
              <a:rPr lang="ru-RU"/>
              <a:t>Жилая зона</a:t>
            </a:r>
          </a:p>
          <a:p>
            <a:r>
              <a:rPr lang="ru-RU"/>
              <a:t>Зона пригородов</a:t>
            </a:r>
          </a:p>
          <a:p>
            <a:r>
              <a:rPr lang="ru-RU"/>
              <a:t>Модель 1925 года, Чикаго</a:t>
            </a:r>
          </a:p>
          <a:p>
            <a:r>
              <a:rPr lang="ru-RU"/>
              <a:t>Критика: Лос-Анджелесская школа, 1990-е</a:t>
            </a:r>
          </a:p>
        </p:txBody>
      </p:sp>
    </p:spTree>
  </p:cSld>
</p:sld>
</file>